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E7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57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VF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0632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planejamento e controle de produção para ateliê de cerâmica artesanal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22960" y="40690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entregável · Documento do Projeto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Ateliê Vera Flesch Cerâmica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Maicon Steffen  ·  Análise e Desenvolvimento de Sistemas  ·  IENH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Edson Inácio Wobeto  ·  agosto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empresa e o problema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cadeia de três passos que terminava em estoque parado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92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 pede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945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"precisamos de tal peça" — sem quantidade, porque não havia número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944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não sabe quanto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2461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saber quantas faltam, produz a mais por segurança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995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 estoque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2976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pronta parada, com argila, esmalte e queima já gastos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João acompanhava tudo num quadro branco, apagado quando enchia.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pedido não dava para consultar depois.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9476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ciclo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torno à prateleira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1783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06840" y="19476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biscoito e esmalte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0" y="35204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36850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4361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funções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06840" y="35204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06840" y="36850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4361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loja, feira, encomenda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sistema resolve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perguntas respondidas em qualquer ponto do dia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764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produzir agora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48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o mínimo desejado com o estoque real e já infla a quantidade pela perda esperada.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777240" cy="777240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735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136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cada lote está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5204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produção com histórico que não se apaga: o saldo é a soma dos lançamentos.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526280"/>
            <a:ext cx="777240" cy="777240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6451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507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ficaram prontas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8920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por peça e cor, separando o que é vendável do que ainda não tem foto.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223760" y="178308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é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5146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e emissão de nota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virtual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 e ponto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vendas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297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negativo declarado no documento. O risco mais provável de um sistema pequeno é virar um ERP ruim por acréscimos que pareciam pequenos.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Levantado com o ateliê, conferido contra o sistema em produção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47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cadastro ao preço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947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critérios de aceite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7830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947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Fibonacci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0956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194767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entregue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em uso diário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794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item nasce de uma dor com nome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297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 peça sem número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US-22 · quanto produzir de cada uma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731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produzia a mais, sobrava estoque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4773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US-24 · cobertura e mínimo por peça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2486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52486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branco, apagado depois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5248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US-11 · quadro com histórico que fica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7241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691640" y="5724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padrão de argila e medidas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5724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US-47 · ficha técnica da peça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dos entregáveis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sprints de duas semanas — quatro já executadas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450592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e cadastro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21408" y="187452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21408" y="2011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2176272" y="2450592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produção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9856" y="187452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9856" y="2011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450592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Forno e estoques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18304" y="187452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18304" y="2011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2450592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os laços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16752" y="187452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16752" y="2011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071616" y="2450592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187452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2011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7370064" y="2450592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13648" y="187452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13648" y="2011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8668512" y="2450592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12096" y="187452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12096" y="2011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S8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966960" y="2450592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 MVP II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3310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executadas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016752" y="3310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396849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97280" y="3886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horas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planejadas, mais 25% de reserva declarada em linha própria.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460857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97280" y="4526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riscos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mapeados, cada um com resposta e dono definidos.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" y="524865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97280" y="51663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entrega verificável, e não data solta no calendário.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379476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explícitas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4434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uma pessoa, doze horas por semana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horas úteis por sprint, já sem cerimônias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Homologação com o próprio ateliê a cada entrega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E7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já está em produção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documento descreve o que existe e roda, não uma intenção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mil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1488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no banco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21488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21488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publicadas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348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da peça, pedida pela produção esta semana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perda por etapa e por peça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automáticos de reposição e de compra de insumo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92240" y="393192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4206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"Ontem perdemos uma ficha e hoje
tivemos que medir tudo de novo."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D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João, operação do forno — 27/08/2026</a:t>
            </a:r>
            <a:endParaRPr lang="en-US" sz="14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548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Produção VF — Documento do Projeto do Sistema</dc:title>
  <dc:subject>PptxGenJS Presentation</dc:subject>
  <dc:creator>Maicon Steffen</dc:creator>
  <cp:lastModifiedBy>Maicon Steffen</cp:lastModifiedBy>
  <cp:revision>1</cp:revision>
  <dcterms:created xsi:type="dcterms:W3CDTF">2026-08-31T19:31:07Z</dcterms:created>
  <dcterms:modified xsi:type="dcterms:W3CDTF">2026-08-31T19:31:07Z</dcterms:modified>
</cp:coreProperties>
</file>