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E7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685800"/>
            <a:ext cx="1051560" cy="10515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822960" y="20574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Produção VF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306324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ateliê pediu e recebeu desde 27 de agosto, e o que vem até a entrega de 29 de outubro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822960" y="4069080"/>
            <a:ext cx="5669280" cy="457200"/>
          </a:xfrm>
          <a:prstGeom prst="roundRect">
            <a:avLst>
              <a:gd name="adj" fmla="val 20000"/>
            </a:avLst>
          </a:prstGeom>
          <a:solidFill>
            <a:srgbClr val="6B5540"/>
          </a:solidFill>
          <a:ln w="12700">
            <a:solidFill>
              <a:srgbClr val="6B554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4069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II · Apresentação do sistema em funcionamento · 28/09/2026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1206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9C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Maicon Steffen · IENH · ADS · Prof. Edson Inácio Wobeto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D9C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Ateliê Vera Flesch Cerâmica, Novo Hamburgo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27 de agosto até hoje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sprints executadas, em produção e em uso diário no ateliê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105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histórias entregues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US-47 a US-72, todas com dor de origem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20440" y="164592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18105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épicos novos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E20 a E26, pedidos do ateliê e do professor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17920" y="1810512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24871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versões publicadas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09360" y="27432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desde julho; 27 mil linhas de TypeScript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5400" y="1645920"/>
            <a:ext cx="2423160" cy="1645920"/>
          </a:xfrm>
          <a:prstGeom prst="roundRect">
            <a:avLst>
              <a:gd name="adj" fmla="val 6667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915400" y="1810512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630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006840" y="248716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automáticos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006840" y="27432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527 de unidade, 55 de integração, 48 de ponta a ponta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373989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97280" y="36576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técnica e ordem de produção.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ficha plastificada que se perdia virou folha impressa do lote, com argila, peso e medidas na faixa de tolerância. (João, 27 e 28/08)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22960" y="428853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42062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de avisos.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combinado saiu do quadro branco que era apagado: kanban por dia da semana, alerta no menu em qualquer tela. (João, 05/09)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22960" y="483717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97280" y="475488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de estoque pela venda.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planejamento passou a mandar produzir o que a loja vende nos três últimos meses, não o que alguém digitou. (Professor, 17/09)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822960" y="538581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97280" y="53035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de ponta a ponta.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48 cenários BDD do documento rodam no navegador contra a pilha inteira, a cada envio de código. (Professor, 17/09)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2296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VF · Ateliê Vera Flesch Cerâmica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equipe pediu, com nome e data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item tem a dor de origem na rastreabilidade do documento (seção 3.5)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72821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6459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Gabi, 05/09 e 17/09.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e fornecedor viram cadastro, com leitor de cartão CNPJ (em teste). Só há marketplace: a baixa por venda pede o canal e já entra em Vendas. O saldo de insumo digitado uma vez e mexendo sozinho (Sprint 8).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59689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5146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João, 17/09.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"Hoje eu marco de cabeça." O cartão passou a contar os dias na etapa contra o previsto do roteiro, e o Início lista os lotes parados além do tempo.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32841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32461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Gabi, 28/09.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de vendas de junho a agosto: 133 itens, 5.618 peças. Importada hoje, por canal; um botão aplica o alvo de cada peça ao cadastro.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05993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9776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hoje, 28/09.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do quadro com cinco lotes e "mostrar mais" (Pronto tinha 690 peças numa rolagem sem fim); importação que fecha limpa; menu lateral acompanhando a rolagem.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92861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8463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revisão de código, 17/09.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gravações simultâneas no mesmo lote passavam do saldo: trava por lote dentro da transação, com teste real de concorrência. Validação em português. Backup diário cifrado.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VF · Ateliê Vera Flesch Cerâmica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alvo de estoque sai da venda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Velocidade dos três últimos meses fechados × (semanas para repor + 2 de folga), por peça e por cor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105156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737360"/>
                <a:gridCol w="1371600"/>
                <a:gridCol w="1645920"/>
                <a:gridCol w="18288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Peça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71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Vendidas jun a ago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71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 semana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71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Alvo de estoque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715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Cadastro dizia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E715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Xícara Bojudinha branca 120 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i="1" dirty="0">
                          <a:solidFill>
                            <a:srgbClr val="6E656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 digitado uma vez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Xícara Andorinha branca 110 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Pires 120 ml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Bandeja Tortinha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Xícara Andorinha verde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 bowl branco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4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CF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" y="470001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97280" y="46177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 que vale nos dois sentidos.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Peça que parou de vender tem o alvo reduzido junto, o que o mínimo digitado nunca fazia. Peça sem venda em mês fechado continua com o número do cadastro.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534009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0" y="525780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Setembro entra quando fechar.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Gabi importa a planilha do mês, aperta "Aplicar alvos ao cadastro", e o planejamento recalcula. Nada para digitar peça a peça.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VF · Ateliê Vera Flesch Cerâmica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Próximas entregas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sprints de vinte horas úteis, reserva de 25%, entrega do MVP II em 29 de outubro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64592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645920"/>
            <a:ext cx="5120640" cy="685800"/>
          </a:xfrm>
          <a:prstGeom prst="roundRect">
            <a:avLst>
              <a:gd name="adj" fmla="val 16000"/>
            </a:avLst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51560" y="171907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7 · 25/09 a 08/10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2029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em produção, dois papéis, ambiente de teste de verdade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468880"/>
            <a:ext cx="47548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e fornecedores: API, leitor de cartão CNPJ e telas; escolha do cliente na encomenda (US-56, US-57)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papéis: gestão (tudo) e produção (escreve no quadro, forno, avisos, tarefas e estoque). Aguarda validação da Gabi (US-36, US-37)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de API próprio para o ambiente de teste, criado à mão, com versão visível no Início (US-69)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entregues em 28/09: aplicar alvos, importação limpa, coluna com cinco lotes (US-70 a US-72)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120640" cy="4297680"/>
          </a:xfrm>
          <a:prstGeom prst="roundRect">
            <a:avLst>
              <a:gd name="adj" fmla="val 2553"/>
            </a:avLst>
          </a:prstGeom>
          <a:solidFill>
            <a:srgbClr val="E6DFD3"/>
          </a:solidFill>
          <a:ln w="12700">
            <a:solidFill>
              <a:srgbClr val="E6DF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645920"/>
            <a:ext cx="5120640" cy="685800"/>
          </a:xfrm>
          <a:prstGeom prst="roundRect">
            <a:avLst>
              <a:gd name="adj" fmla="val 16000"/>
            </a:avLst>
          </a:prstGeom>
          <a:solidFill>
            <a:srgbClr val="6B5540"/>
          </a:solidFill>
          <a:ln w="12700">
            <a:solidFill>
              <a:srgbClr val="6B55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46520" y="171907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8 · 09/10 a 22/10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20299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de insumo que mexe sozinho, indicadores e o dado saindo do sistema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468880"/>
            <a:ext cx="4754880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Estoque de insumo como livro-razão: saldo inicial, compra, consumo automático quando o lote entra na etapa, ajuste por contagem (US-58 a US-60)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por etapa e por peça, com amostra mínima, na tela (US-38)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Insumo abaixo do mínimo e encomenda em risco no Início (US-40)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do histórico em planilha (US-42)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Homologação com o ateliê, documento final e apresentação em 29/10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VF · Ateliê Vera Flesch Cerâmica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1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02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8E715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depende de resposta do ateliê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em aberto do documento (seção 5.2); cada uma trava um item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172821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16459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Gabi: os dois papéis.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escreve só em quadro, forno, avisos, tarefas e estoque? É a primeira coisa da Sprint 7.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41401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23317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William e Gabi: cores e tamanhos.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"Areia" ainda existe ou virou "Pedra Sabão"? Bowl P, M e G são três peças ou uma? Decide o importador (E26, fora do recorte até haver resposta).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09981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30175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Gabi: um export real da Shopee e um do Mercado Livre.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marketplace chama a coluna de variação de um jeito; sem a amostra, o importador seria escrito contra um formato imaginado.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78561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97280" y="37033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Gabi: a contagem inicial de cada insumo.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consumo automático (Sprint 8) só faz sentido a partir de uma contagem real. Sem ela, o livro nasce errado e fica errado.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47141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97280" y="43891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Equipe: a ficha técnica das peças que ainda não têm.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tela existe desde a Sprint 5; a ordem de produção avisa na folha quais peças estão sem padrão.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5157216"/>
            <a:ext cx="118872" cy="118872"/>
          </a:xfrm>
          <a:prstGeom prst="ellipse">
            <a:avLst/>
          </a:prstGeom>
          <a:solidFill>
            <a:srgbClr val="8E7150"/>
          </a:solidFill>
          <a:ln w="12700">
            <a:solidFill>
              <a:srgbClr val="8E71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97280" y="507492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4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Fora do recorte, com motivo.  </a:t>
            </a:r>
            <a:pPr indent="0" marL="0">
              <a:buNone/>
            </a:pPr>
            <a:r>
              <a:rPr lang="en-US" sz="14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medido a partir do histórico, resumo por e-mail, tempo médio por etapa e plano impresso: adiados, não cancelados (seção 4.7).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VF · Ateliê Vera Flesch Cerâmica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0881360" y="6263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E6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8E71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sistema em uso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producao-vf.vercel.app · demonstração ao vivo: Início, quadro, forno, planejamento, prateleira, vendas e avisos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6B5540"/>
          </a:solidFill>
          <a:ln w="12700">
            <a:solidFill>
              <a:srgbClr val="6B554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221284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9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94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
</a:t>
            </a:r>
            <a:pPr indent="0" marL="0">
              <a:buNone/>
            </a:pPr>
            <a:r>
              <a:rPr lang="en-US" sz="120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lotes parados além do previsto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210312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6B5540"/>
          </a:solidFill>
          <a:ln w="12700">
            <a:solidFill>
              <a:srgbClr val="6B55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221284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9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5120640" y="2194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
</a:t>
            </a:r>
            <a:pPr indent="0" marL="0">
              <a:buNone/>
            </a:pPr>
            <a:r>
              <a:rPr lang="en-US" sz="120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mover, perda, dias na etapa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863840" y="210312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6B5540"/>
          </a:solidFill>
          <a:ln w="12700">
            <a:solidFill>
              <a:srgbClr val="6B55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046720" y="221284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9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641080" y="219456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Forno
</a:t>
            </a:r>
            <a:pPr indent="0" marL="0">
              <a:buNone/>
            </a:pPr>
            <a:r>
              <a:rPr lang="en-US" sz="120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montar, acender, concluir com quebra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315468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6B5540"/>
          </a:solidFill>
          <a:ln w="12700">
            <a:solidFill>
              <a:srgbClr val="6B55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326440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9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3246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Planejamento
</a:t>
            </a:r>
            <a:pPr indent="0" marL="0">
              <a:buNone/>
            </a:pPr>
            <a:r>
              <a:rPr lang="en-US" sz="120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pela venda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43400" y="315468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6B5540"/>
          </a:solidFill>
          <a:ln w="12700">
            <a:solidFill>
              <a:srgbClr val="6B55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26280" y="326440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9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120640" y="3246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Prateleira
</a:t>
            </a:r>
            <a:pPr indent="0" marL="0">
              <a:buNone/>
            </a:pPr>
            <a:r>
              <a:rPr lang="en-US" sz="120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 por venda com canal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863840" y="3154680"/>
            <a:ext cx="3291840" cy="868680"/>
          </a:xfrm>
          <a:prstGeom prst="roundRect">
            <a:avLst>
              <a:gd name="adj" fmla="val 10526"/>
            </a:avLst>
          </a:prstGeom>
          <a:solidFill>
            <a:srgbClr val="6B5540"/>
          </a:solidFill>
          <a:ln w="12700">
            <a:solidFill>
              <a:srgbClr val="6B55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046720" y="326440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9C9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641080" y="32461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Avisos
</a:t>
            </a:r>
            <a:pPr indent="0" marL="0">
              <a:buNone/>
            </a:pPr>
            <a:r>
              <a:rPr lang="en-US" sz="1200" dirty="0">
                <a:solidFill>
                  <a:srgbClr val="EFE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combinado que não se apaga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822960" y="4434840"/>
            <a:ext cx="10515600" cy="1417320"/>
          </a:xfrm>
          <a:prstGeom prst="roundRect">
            <a:avLst>
              <a:gd name="adj" fmla="val 7742"/>
            </a:avLst>
          </a:prstGeom>
          <a:solidFill>
            <a:srgbClr val="6B5540"/>
          </a:solidFill>
          <a:ln w="12700">
            <a:solidFill>
              <a:srgbClr val="6B554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97280" y="4617720"/>
            <a:ext cx="9966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"Hoje eu marco de cabeça quando a peça pode sair da secagem."
</a:t>
            </a:r>
            <a:pPr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D9C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João, operação do forno, 17/09/2026. Onze dias depois, o cartão conta os dias por ele.</a:t>
            </a:r>
            <a:endParaRPr lang="en-US" sz="16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0" y="548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Produção VF — Entregas e próximos passos</dc:title>
  <dc:subject>PptxGenJS Presentation</dc:subject>
  <dc:creator>Maicon Steffen</dc:creator>
  <cp:lastModifiedBy>Maicon Steffen</cp:lastModifiedBy>
  <cp:revision>1</cp:revision>
  <dcterms:created xsi:type="dcterms:W3CDTF">2026-09-28T18:10:20Z</dcterms:created>
  <dcterms:modified xsi:type="dcterms:W3CDTF">2026-09-28T18:10:20Z</dcterms:modified>
</cp:coreProperties>
</file>